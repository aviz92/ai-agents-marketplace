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CLI  ·  PYTHON + UV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828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your AI-agent context once —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it into every tool's native format.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4343400"/>
            <a:ext cx="886968" cy="420624"/>
          </a:xfrm>
          <a:prstGeom prst="roundRect">
            <a:avLst>
              <a:gd name="adj" fmla="val 17391"/>
            </a:avLst>
          </a:prstGeom>
          <a:solidFill>
            <a:srgbClr val="1620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34340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56816" y="4343400"/>
            <a:ext cx="886968" cy="420624"/>
          </a:xfrm>
          <a:prstGeom prst="roundRect">
            <a:avLst>
              <a:gd name="adj" fmla="val 17391"/>
            </a:avLst>
          </a:prstGeom>
          <a:solidFill>
            <a:srgbClr val="1620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434340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44952" y="4343400"/>
            <a:ext cx="992124" cy="420624"/>
          </a:xfrm>
          <a:prstGeom prst="roundRect">
            <a:avLst>
              <a:gd name="adj" fmla="val 17391"/>
            </a:avLst>
          </a:prstGeom>
          <a:solidFill>
            <a:srgbClr val="1620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4343400"/>
            <a:ext cx="9921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8244" y="4343400"/>
            <a:ext cx="781812" cy="420624"/>
          </a:xfrm>
          <a:prstGeom prst="roundRect">
            <a:avLst>
              <a:gd name="adj" fmla="val 17391"/>
            </a:avLst>
          </a:prstGeom>
          <a:solidFill>
            <a:srgbClr val="1620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8244" y="4343400"/>
            <a:ext cx="7818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21224" y="4343400"/>
            <a:ext cx="886968" cy="420624"/>
          </a:xfrm>
          <a:prstGeom prst="roundRect">
            <a:avLst>
              <a:gd name="adj" fmla="val 17391"/>
            </a:avLst>
          </a:prstGeom>
          <a:solidFill>
            <a:srgbClr val="16203A"/>
          </a:solidFill>
          <a:ln w="12700">
            <a:solidFill>
              <a:srgbClr val="2C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21224" y="434340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0" y="1481328"/>
            <a:ext cx="731520" cy="731520"/>
          </a:xfrm>
          <a:prstGeom prst="ellipse">
            <a:avLst/>
          </a:prstGeom>
          <a:solidFill>
            <a:srgbClr val="16261E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7741" y="1693469"/>
            <a:ext cx="307238" cy="30723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515600" y="2395728"/>
            <a:ext cx="731520" cy="731520"/>
          </a:xfrm>
          <a:prstGeom prst="ellipse">
            <a:avLst/>
          </a:prstGeom>
          <a:solidFill>
            <a:srgbClr val="211633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741" y="2607869"/>
            <a:ext cx="307238" cy="30723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515600" y="3310128"/>
            <a:ext cx="731520" cy="731520"/>
          </a:xfrm>
          <a:prstGeom prst="ellipse">
            <a:avLst/>
          </a:prstGeom>
          <a:solidFill>
            <a:srgbClr val="2A2414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1" y="3522269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515600" y="4224528"/>
            <a:ext cx="731520" cy="731520"/>
          </a:xfrm>
          <a:prstGeom prst="ellipse">
            <a:avLst/>
          </a:prstGeom>
          <a:solidFill>
            <a:srgbClr val="10262C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7741" y="4436669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5440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D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144000" y="25420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235440" y="34564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52560" y="4370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6868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 Zaguri  ·  Automation Infrastructure Architect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760720" y="6172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github.com/aviz92/ai-agents-marketplace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tool speaks its own dialect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guardrail has to be re-authored, by hand, in a different format and location for each assistant.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1882384" cy="1965960"/>
          </a:xfrm>
          <a:prstGeom prst="roundRect">
            <a:avLst>
              <a:gd name="adj" fmla="val 4858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696" y="258775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72968"/>
            <a:ext cx="173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557016"/>
            <a:ext cx="173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.claude/rules/*.md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97952" y="2331720"/>
            <a:ext cx="1882384" cy="1965960"/>
          </a:xfrm>
          <a:prstGeom prst="roundRect">
            <a:avLst>
              <a:gd name="adj" fmla="val 4858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00" y="258775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71104" y="3172968"/>
            <a:ext cx="173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071104" y="3557016"/>
            <a:ext cx="173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.cursor/rules/*.mdc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54656" y="2331720"/>
            <a:ext cx="1882384" cy="1965960"/>
          </a:xfrm>
          <a:prstGeom prst="roundRect">
            <a:avLst>
              <a:gd name="adj" fmla="val 4858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587752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27808" y="3172968"/>
            <a:ext cx="173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27808" y="3557016"/>
            <a:ext cx="173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.github/instructions/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*.instructions.md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311360" y="2331720"/>
            <a:ext cx="1882384" cy="1965960"/>
          </a:xfrm>
          <a:prstGeom prst="roundRect">
            <a:avLst>
              <a:gd name="adj" fmla="val 4858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807" y="2587752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84512" y="3172968"/>
            <a:ext cx="173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384512" y="3557016"/>
            <a:ext cx="173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.codex/rules/*.md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468063" y="2331720"/>
            <a:ext cx="1882384" cy="1965960"/>
          </a:xfrm>
          <a:prstGeom prst="roundRect">
            <a:avLst>
              <a:gd name="adj" fmla="val 4858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1511" y="2587752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41215" y="3172968"/>
            <a:ext cx="173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541215" y="3557016"/>
            <a:ext cx="173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.gemini/rules/*.md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41248" y="4617720"/>
            <a:ext cx="10506456" cy="1188720"/>
          </a:xfrm>
          <a:prstGeom prst="roundRect">
            <a:avLst>
              <a:gd name="adj" fmla="val 7692"/>
            </a:avLst>
          </a:prstGeom>
          <a:solidFill>
            <a:srgbClr val="FCF4E6"/>
          </a:solidFill>
          <a:ln w="12700">
            <a:solidFill>
              <a:srgbClr val="F0DDB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98348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828800" y="475488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rule once  →  copy-paste &amp; reformat it five times  →  it drifts out of sync.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sources of truth for one intent. Onboarding a teammate means doing it all again.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once. Render everywhere.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205740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A10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2350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CATALOG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fork you own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61288" y="2971800"/>
            <a:ext cx="3200400" cy="493776"/>
          </a:xfrm>
          <a:prstGeom prst="roundRect">
            <a:avLst>
              <a:gd name="adj" fmla="val 14815"/>
            </a:avLst>
          </a:prstGeom>
          <a:solidFill>
            <a:srgbClr val="17214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30906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97180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D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161288" y="3557016"/>
            <a:ext cx="3200400" cy="493776"/>
          </a:xfrm>
          <a:prstGeom prst="roundRect">
            <a:avLst>
              <a:gd name="adj" fmla="val 14815"/>
            </a:avLst>
          </a:prstGeom>
          <a:solidFill>
            <a:srgbClr val="1721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6758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55701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161288" y="4142232"/>
            <a:ext cx="3200400" cy="493776"/>
          </a:xfrm>
          <a:prstGeom prst="roundRect">
            <a:avLst>
              <a:gd name="adj" fmla="val 14815"/>
            </a:avLst>
          </a:prstGeom>
          <a:solidFill>
            <a:srgbClr val="17214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42611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1422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161288" y="4727448"/>
            <a:ext cx="3200400" cy="493776"/>
          </a:xfrm>
          <a:prstGeom prst="roundRect">
            <a:avLst>
              <a:gd name="adj" fmla="val 14815"/>
            </a:avLst>
          </a:prstGeom>
          <a:solidFill>
            <a:srgbClr val="17214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484632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47274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52044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0" y="4160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 renders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native format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309360" y="2148840"/>
            <a:ext cx="5029200" cy="530352"/>
          </a:xfrm>
          <a:prstGeom prst="roundRect">
            <a:avLst>
              <a:gd name="adj" fmla="val 17241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26771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49440" y="2148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686800" y="21488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format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6309360" y="2807208"/>
            <a:ext cx="5029200" cy="530352"/>
          </a:xfrm>
          <a:prstGeom prst="roundRect">
            <a:avLst>
              <a:gd name="adj" fmla="val 17241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2926080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28072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686800" y="280720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format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309360" y="3465576"/>
            <a:ext cx="5029200" cy="530352"/>
          </a:xfrm>
          <a:prstGeom prst="roundRect">
            <a:avLst>
              <a:gd name="adj" fmla="val 17241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3584448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49440" y="34655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8686800" y="346557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format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6309360" y="4123944"/>
            <a:ext cx="5029200" cy="530352"/>
          </a:xfrm>
          <a:prstGeom prst="roundRect">
            <a:avLst>
              <a:gd name="adj" fmla="val 17241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4242816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49440" y="412394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8686800" y="412394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format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6309360" y="4782312"/>
            <a:ext cx="5029200" cy="530352"/>
          </a:xfrm>
          <a:prstGeom prst="roundRect">
            <a:avLst>
              <a:gd name="adj" fmla="val 17241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8" y="4901184"/>
            <a:ext cx="292608" cy="29260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49440" y="47823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400" dirty="0"/>
          </a:p>
        </p:txBody>
      </p:sp>
      <p:sp>
        <p:nvSpPr>
          <p:cNvPr id="41" name="Text 29"/>
          <p:cNvSpPr/>
          <p:nvPr/>
        </p:nvSpPr>
        <p:spPr>
          <a:xfrm>
            <a:off x="8686800" y="47823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format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context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2103120"/>
            <a:ext cx="2435047" cy="3657600"/>
          </a:xfrm>
          <a:prstGeom prst="roundRect">
            <a:avLst>
              <a:gd name="adj" fmla="val 4506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3856" y="2468880"/>
            <a:ext cx="731520" cy="731520"/>
          </a:xfrm>
          <a:prstGeom prst="ellipse">
            <a:avLst/>
          </a:prstGeom>
          <a:solidFill>
            <a:srgbClr val="E6F6EF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997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56816" y="2514600"/>
            <a:ext cx="12463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3856" y="3474720"/>
            <a:ext cx="18498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on-demand how-to instructions the agent loads when relevant.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33856" y="5010912"/>
            <a:ext cx="184983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E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501091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A9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universal · .claude + .agents/skills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532327" y="2103120"/>
            <a:ext cx="2435047" cy="3657600"/>
          </a:xfrm>
          <a:prstGeom prst="roundRect">
            <a:avLst>
              <a:gd name="adj" fmla="val 4506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24935" y="2468880"/>
            <a:ext cx="731520" cy="731520"/>
          </a:xfrm>
          <a:prstGeom prst="ellipse">
            <a:avLst/>
          </a:prstGeom>
          <a:solidFill>
            <a:srgbClr val="F2E9FB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6" y="2681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7895" y="2514600"/>
            <a:ext cx="12463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824935" y="3474720"/>
            <a:ext cx="18498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capabilities — same authoring layout as a skill, in plugins/.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824935" y="5010912"/>
            <a:ext cx="184983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E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34663" y="501091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8A4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universal · installed as SKILL.md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223406" y="2103120"/>
            <a:ext cx="2435047" cy="3657600"/>
          </a:xfrm>
          <a:prstGeom prst="roundRect">
            <a:avLst>
              <a:gd name="adj" fmla="val 4506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16014" y="2468880"/>
            <a:ext cx="731520" cy="731520"/>
          </a:xfrm>
          <a:prstGeom prst="ellipse">
            <a:avLst/>
          </a:prstGeom>
          <a:solidFill>
            <a:srgbClr val="FAF1DE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55" y="268102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38974" y="2514600"/>
            <a:ext cx="12463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16014" y="3474720"/>
            <a:ext cx="18498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guardrails — each agent wants its own native format.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16014" y="5010912"/>
            <a:ext cx="184983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E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625742" y="501091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979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agent-specific · up to 5 files</a:t>
            </a:r>
            <a:endParaRPr lang="en-US" sz="880" dirty="0"/>
          </a:p>
        </p:txBody>
      </p:sp>
      <p:sp>
        <p:nvSpPr>
          <p:cNvPr id="26" name="Shape 21"/>
          <p:cNvSpPr/>
          <p:nvPr/>
        </p:nvSpPr>
        <p:spPr>
          <a:xfrm>
            <a:off x="8914486" y="2103120"/>
            <a:ext cx="2435047" cy="3657600"/>
          </a:xfrm>
          <a:prstGeom prst="roundRect">
            <a:avLst>
              <a:gd name="adj" fmla="val 4506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07094" y="2468880"/>
            <a:ext cx="731520" cy="731520"/>
          </a:xfrm>
          <a:prstGeom prst="ellipse">
            <a:avLst/>
          </a:prstGeom>
          <a:solidFill>
            <a:srgbClr val="E2F4F8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234" y="268102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30054" y="2514600"/>
            <a:ext cx="12463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207094" y="3474720"/>
            <a:ext cx="18498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plugins pulled from external sources — e.g. caveman, ui-ux-pro-max.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9207094" y="5010912"/>
            <a:ext cx="1849831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6DE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316822" y="501091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E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external-plugin · installed on demand</a:t>
            </a:r>
            <a:endParaRPr lang="en-US" sz="880" dirty="0"/>
          </a:p>
        </p:txBody>
      </p:sp>
      <p:sp>
        <p:nvSpPr>
          <p:cNvPr id="33" name="Text 2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→ native files per target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57400"/>
          <a:ext cx="78181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423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Target directory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Rendered format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Agents covered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.claude/skills/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Universal  SKILL.md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Claude Code · Copilot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.agents/skills/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Universal  SKILL.md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Cursor · Copilot · Codex · Gemini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.cursor/rules/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Cursor MDC  (.mdc)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Cursor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.github/instructions/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Copilot  .instructions.md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.claude/rules/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Markdown + frontmatter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Claude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.codex/rules/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Markdown + frontmatter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Codex CLI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.gemini/rules/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Markdown + frontmatter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Gemini CLI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006840" y="2057400"/>
            <a:ext cx="2331720" cy="310896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0A1024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0" y="23774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0684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rule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900684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00684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to up to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006840" y="4343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native files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841248" y="544068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plugins land in shared, open-standard directories that many agents already read — author once, every agent benefits.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60-SECOND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8096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animates in slideshow · Microsoft 365 / PowerPoint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76809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 generate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04397" y="1371600"/>
            <a:ext cx="6382901" cy="4745736"/>
          </a:xfrm>
          <a:prstGeom prst="roundRect">
            <a:avLst>
              <a:gd name="adj" fmla="val 2697"/>
            </a:avLst>
          </a:prstGeom>
          <a:solidFill>
            <a:srgbClr val="121B30"/>
          </a:solidFill>
          <a:ln w="12700">
            <a:solidFill>
              <a:srgbClr val="26314F"/>
            </a:solidFill>
            <a:prstDash val="solid"/>
          </a:ln>
          <a:effectLst>
            <a:outerShdw sx="100000" sy="100000" kx="0" ky="0" algn="bl" rotWithShape="0" blurRad="114300" dist="38100" dir="5400000">
              <a:srgbClr val="0A1024">
                <a:alpha val="16000"/>
              </a:srgbClr>
            </a:outerShdw>
          </a:effectLst>
        </p:spPr>
      </p:sp>
      <p:pic>
        <p:nvPicPr>
          <p:cNvPr id="6" name="Image 0" descr="agents-marketplace generate workflow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4125" y="1481328"/>
            <a:ext cx="6163445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62727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D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artifacts</a:t>
            </a:r>
            <a:pPr algn="ctr" indent="0" marL="0">
              <a:buNone/>
            </a:pPr>
            <a:r>
              <a:rPr lang="en-US" sz="1200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5AC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AI tools</a:t>
            </a:r>
            <a:pPr algn="ctr" indent="0" marL="0">
              <a:buNone/>
            </a:pPr>
            <a:r>
              <a:rPr lang="en-US" sz="1200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targets</a:t>
            </a:r>
            <a:pPr algn="ctr" indent="0" marL="0">
              <a:buNone/>
            </a:pPr>
            <a:r>
              <a:rPr lang="en-US" sz="1200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algn="ctr" indent="0" marL="0">
              <a:buNone/>
            </a:pPr>
            <a:r>
              <a:rPr lang="en-US" sz="1200" b="1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agents-marketplace.yaml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TO A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one file. The whole team stays in sync.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2148840"/>
            <a:ext cx="5760720" cy="3657600"/>
          </a:xfrm>
          <a:prstGeom prst="roundRect">
            <a:avLst>
              <a:gd name="adj" fmla="val 3000"/>
            </a:avLst>
          </a:prstGeom>
          <a:solidFill>
            <a:srgbClr val="0E1524"/>
          </a:solidFill>
          <a:ln/>
          <a:effectLst>
            <a:outerShdw sx="100000" sy="100000" kx="0" ky="0" algn="bl" rotWithShape="0" blurRad="114300" dist="38100" dir="5400000">
              <a:srgbClr val="0A1024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2404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agents-marketplace.yaml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283464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D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[create-skill]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[uv-python]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 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[no-debug-code]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D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[create-skill]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[uv-python]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A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 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[no-debug-code]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2148840"/>
            <a:ext cx="4443984" cy="868680"/>
          </a:xfrm>
          <a:prstGeom prst="roundRect">
            <a:avLst>
              <a:gd name="adj" fmla="val 10526"/>
            </a:avLst>
          </a:prstGeom>
          <a:solidFill>
            <a:srgbClr val="0E1524"/>
          </a:solidFill>
          <a:ln/>
          <a:effectLst>
            <a:outerShdw sx="100000" sy="100000" kx="0" ky="0" algn="bl" rotWithShape="0" blurRad="114300" dist="38100" dir="5400000">
              <a:srgbClr val="0A1024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23957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22128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uvx --from git+…/ai-agents-marketplace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 sync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3284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3246120"/>
            <a:ext cx="3877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.vscode/extensions.json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AI-agent context — version-controlled, reviewable.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19709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0648" y="4114800"/>
            <a:ext cx="3877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after clone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teammate gets the exact same setup. No manual install.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06577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70648" y="4983480"/>
            <a:ext cx="3877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CI-safe by design —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IDs are skipped and sync exits non-zero, so CI catches drift.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GOING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in three steps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820095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pPr algn="r" indent="0" marL="0">
              <a:buNone/>
            </a:pPr>
            <a:r>
              <a:rPr lang="en-US" sz="11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21945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578608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5786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25296" y="349300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repo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25296" y="395020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fork is your catalog.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25296" y="46634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0E1524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4736592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github.com/&lt;you&gt;/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ai-agents-marketplace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21945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10912" y="2578608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10912" y="25786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10912" y="349300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artifacts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10912" y="395020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skills, rules &amp; plugins in, then push.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10912" y="46634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0E1524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4736592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skills/&lt;id&gt;/skill.md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rules/&lt;id&gt;/rule.md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plugins/&lt;id&gt;/plugin.md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3F6FD"/>
          </a:solidFill>
          <a:ln w="12700">
            <a:solidFill>
              <a:srgbClr val="D6DEF0"/>
            </a:solidFill>
            <a:prstDash val="solid"/>
          </a:ln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96528" y="2578608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796528" y="257860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796528" y="3493008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anywhere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796528" y="3950208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interactive picker in any project.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796528" y="466344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0E1524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4736592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uvx --from git+…/ai-agents-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marketplace \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agents-marketplace generate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agents-marketplace</a:t>
            </a:r>
            <a:pPr indent="0" marL="0">
              <a:buNone/>
            </a:pPr>
            <a:r>
              <a:rPr lang="en-US" sz="1000" dirty="0">
                <a:solidFill>
                  <a:srgbClr val="5C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Avi Zaguri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8745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once.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68680" y="2697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7A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everywhere.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96112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reformatting the same context for five different agents.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63600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617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0604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github.com/aviz92/ai-agents-marketplace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518464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5166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606040" y="5166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pypi.org/user/aviz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7332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5715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606040" y="5715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 Zaguri · Automation Infrastructure Architect, Mobileye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10881360" y="1783080"/>
            <a:ext cx="640080" cy="640080"/>
          </a:xfrm>
          <a:prstGeom prst="ellipse">
            <a:avLst/>
          </a:prstGeom>
          <a:solidFill>
            <a:srgbClr val="16261E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983" y="1968703"/>
            <a:ext cx="268834" cy="26883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881360" y="2514600"/>
            <a:ext cx="640080" cy="640080"/>
          </a:xfrm>
          <a:prstGeom prst="ellipse">
            <a:avLst/>
          </a:prstGeom>
          <a:solidFill>
            <a:srgbClr val="211633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983" y="2700223"/>
            <a:ext cx="268834" cy="268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0881360" y="3246120"/>
            <a:ext cx="640080" cy="640080"/>
          </a:xfrm>
          <a:prstGeom prst="ellipse">
            <a:avLst/>
          </a:prstGeom>
          <a:solidFill>
            <a:srgbClr val="2A2414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983" y="3431743"/>
            <a:ext cx="268834" cy="26883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0881360" y="3977640"/>
            <a:ext cx="640080" cy="640080"/>
          </a:xfrm>
          <a:prstGeom prst="ellipse">
            <a:avLst/>
          </a:prstGeom>
          <a:solidFill>
            <a:srgbClr val="10262C"/>
          </a:solidFill>
          <a:ln/>
          <a:effectLst>
            <a:outerShdw sx="100000" sy="100000" kx="0" ky="0" algn="bl" rotWithShape="0" blurRad="101600" dist="38100" dir="5400000">
              <a:srgbClr val="9FB0CE">
                <a:alpha val="22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6983" y="4163263"/>
            <a:ext cx="268834" cy="268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agents-marketplace</dc:title>
  <dc:subject>PptxGenJS Presentation</dc:subject>
  <dc:creator>Avi Zaguri</dc:creator>
  <cp:lastModifiedBy>Avi Zaguri</cp:lastModifiedBy>
  <cp:revision>1</cp:revision>
  <dcterms:created xsi:type="dcterms:W3CDTF">2026-06-26T06:13:45Z</dcterms:created>
  <dcterms:modified xsi:type="dcterms:W3CDTF">2026-06-26T06:13:45Z</dcterms:modified>
</cp:coreProperties>
</file>